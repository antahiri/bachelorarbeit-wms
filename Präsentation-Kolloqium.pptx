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9" r:id="rId2"/>
    <p:sldId id="263" r:id="rId3"/>
    <p:sldId id="267" r:id="rId4"/>
    <p:sldId id="272" r:id="rId5"/>
    <p:sldId id="274" r:id="rId6"/>
    <p:sldId id="276" r:id="rId7"/>
    <p:sldId id="280" r:id="rId8"/>
    <p:sldId id="285" r:id="rId9"/>
    <p:sldId id="290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34"/>
    <p:restoredTop sz="94658"/>
  </p:normalViewPr>
  <p:slideViewPr>
    <p:cSldViewPr snapToGrid="0">
      <p:cViewPr>
        <p:scale>
          <a:sx n="68" d="100"/>
          <a:sy n="68" d="100"/>
        </p:scale>
        <p:origin x="31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verbundene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3" name="Überleitung"/>
          <p:cNvSpPr txBox="1"/>
          <p:nvPr/>
        </p:nvSpPr>
        <p:spPr>
          <a:xfrm>
            <a:off x="1219200" y="54610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76706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4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778000"/>
            <a:ext cx="0" cy="40894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8354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752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794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616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489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489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971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3035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302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752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794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286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616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286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616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2209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2209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971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3035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302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9878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50292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8514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8514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7752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7752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52070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52705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5372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9878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50292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432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5847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737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889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4323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3561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3561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52070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52705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5372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286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286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</p:spTree>
    <p:extLst>
      <p:ext uri="{BB962C8B-B14F-4D97-AF65-F5344CB8AC3E}">
        <p14:creationId xmlns:p14="http://schemas.microsoft.com/office/powerpoint/2010/main" val="985474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465</Words>
  <Application>Microsoft Macintosh PowerPoint</Application>
  <PresentationFormat>Breitbild</PresentationFormat>
  <Paragraphs>156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7</cp:revision>
  <dcterms:created xsi:type="dcterms:W3CDTF">2026-09-02T08:10:57Z</dcterms:created>
  <dcterms:modified xsi:type="dcterms:W3CDTF">2026-09-02T16:59:22Z</dcterms:modified>
</cp:coreProperties>
</file>