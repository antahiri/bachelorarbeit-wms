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  <p:sldId id="257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58"/>
  </p:normalViewPr>
  <p:slideViewPr>
    <p:cSldViewPr snapToGrid="0">
      <p:cViewPr varScale="1">
        <p:scale>
          <a:sx n="90" d="100"/>
          <a:sy n="90" d="100"/>
        </p:scale>
        <p:origin x="216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F50E0F-8593-420A-2D75-82C1B0F92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7D1655A-5FB5-571B-FD71-CF9BF0C1F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5FB02-738D-1281-7553-0855AAA44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7699E5-73E4-77C8-59D7-7E39C3414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355D19-8CDD-4E41-85CA-FB389F79F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698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AABCC9-53A4-0991-9AED-A62B1A7F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BC21F4-58F8-CC7F-0305-5A7CD9407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09832A-894B-AB1B-27BC-8A84391C2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25C928-5C95-FEB3-415D-4F9D3BE56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A21753-BC8A-B894-7E32-13B8A7E7C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683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F419A-84EA-A481-EBD1-3AF27D34E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0F743F-31A8-161E-4CF0-522CA1F71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EB062F-DEED-F21A-AA21-06A67587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79017-5B9F-9E6E-AF13-F9C16E5D8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7A2555-0902-D5F1-2652-13CC8B1A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449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B2405A-DD12-D70B-329D-040566B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096FC5-9214-AC70-AC50-D682885BEF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5BE708-DD60-E4A6-109A-CCCAC3D34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B5C123-A46E-2F2A-0740-3228B18B2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B2481C-C5E0-27EE-5A6D-B952347E5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A45667-646E-B321-C774-CCD2C8C31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5232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11EDDD-6938-4A54-797B-34B244001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065358-23CA-4B2E-1F39-BC3390C25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BCEB1C-757F-AEBF-A81D-F171E014B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506628-AF50-A969-D785-B376552D56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B7EB69D-712F-8BC8-F8B4-333C854DF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2AB27A8-523E-0230-5A39-DADA6ECF7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C5CCFDB-A6B5-DD8C-07EC-5B26AC83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DAF01A1-7D54-DC3B-AD23-362B14311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757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EEBA1D-EE2B-6F6E-487B-42EC75163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AD2D4D-8CC6-21E0-8B77-AFF1DB409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F75E81C-A439-3D5C-E5DA-B1912C0D0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9B47DB-9DF7-E563-AD18-C1F083FF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2708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4BCA15D-3492-659F-FA6A-C9BD32456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0F986B-D57F-6710-BB0A-DCCAA7CB3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AC9107-711F-C31A-F818-C3D5CE714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2505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861DD-C9C2-5AFE-45DA-194B172B9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9DDF6B-8EAE-2EE7-D4C8-52C09EF8D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DD949-8231-0150-ABAE-4EE836BAB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BE646C8-C9A4-03B5-20E0-C45698E62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17717AB-93D7-0D79-142C-C7B4D8B2D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2A27E8-C2DA-8A8E-D5B3-AB1FFADD2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542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2C80C-80ED-BAB0-4F70-97B3F722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3B90B1-A07E-483B-B97E-26F9BE680C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797912A-483D-09A9-AEE2-F6701B2435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3F6C31-BCA2-DEA4-54FE-F774ED63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B75D75-E0FD-B783-B8D0-18B62AC8A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462CAB9-E443-5F2C-AEB2-16BAE1865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5336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09848-8AF0-EA1A-2AC8-FA46EB857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8F37DC3-5562-4CDB-EC8D-01E5B0FE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9A1DDC-C138-638F-7F12-FC20DCB1D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73A8E5-252C-330E-6414-A183A015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FB3B56-0B25-094F-EAEF-C6801E014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949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CA9F875-39F0-3ED2-D274-095402C72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7F9079D-C113-57B4-B1DB-7A53A7E18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764C16-B471-5B8C-C717-1E12DF339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DDA1BB-4DE0-DA65-AF3F-545361815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3D84A1-1540-96E1-2FED-1D6DDDFF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292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F52D09E-EBB7-8407-96A9-07AB3DAFD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3B2504-2EC5-117D-F557-47A296530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2E62DD-CEA8-65C2-3721-9B6B17DDC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064778-EACE-D3CC-3BE6-37FB1FAE9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D380E6-1364-47C6-3352-C304EAC11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6463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AB960-80E8-7A60-6571-37499217CB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1498600"/>
            <a:ext cx="9652000" cy="1905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dirty="0">
                <a:solidFill>
                  <a:srgbClr val="262626"/>
                </a:solidFill>
              </a:rPr>
              <a:t>Systematische Betrachtung ausgewählter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Workflow-Management-Systeme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für HPC-Umgebungen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6AFC276-4B97-FDD6-FB28-49BEFD40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3810000"/>
            <a:ext cx="8890000" cy="2776538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1400"/>
              </a:spcAft>
            </a:pPr>
            <a:r>
              <a:rPr lang="de-DE" sz="1400" b="1" spc="200" dirty="0">
                <a:solidFill>
                  <a:srgbClr val="C1002A"/>
                </a:solidFill>
              </a:rPr>
              <a:t>BACHELORARBEIT</a:t>
            </a:r>
          </a:p>
          <a:p>
            <a:pPr algn="l">
              <a:spcAft>
                <a:spcPts val="1200"/>
              </a:spcAft>
            </a:pPr>
            <a:r>
              <a:rPr lang="de-DE" sz="2000" b="1" dirty="0">
                <a:solidFill>
                  <a:srgbClr val="262626"/>
                </a:solidFill>
              </a:rPr>
              <a:t>Anas Tahiri</a:t>
            </a:r>
          </a:p>
          <a:p>
            <a:pPr algn="l">
              <a:spcAft>
                <a:spcPts val="200"/>
              </a:spcAft>
            </a:pPr>
            <a:r>
              <a:rPr lang="de-DE" sz="1500" dirty="0">
                <a:solidFill>
                  <a:srgbClr val="595959"/>
                </a:solidFill>
              </a:rPr>
              <a:t>Johannes Gutenberg-Universität Mainz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Gutachter: Prof. Dr. Sarah Neuwirth und Prof. Dr. Nicolai Kuntze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Betreuung: Niklas </a:t>
            </a:r>
            <a:r>
              <a:rPr lang="de-DE" sz="1500" dirty="0" err="1">
                <a:solidFill>
                  <a:srgbClr val="595959"/>
                </a:solidFill>
              </a:rPr>
              <a:t>Bartelheimer</a:t>
            </a:r>
            <a:r>
              <a:rPr lang="de-DE" sz="1500" dirty="0">
                <a:solidFill>
                  <a:srgbClr val="595959"/>
                </a:solidFill>
              </a:rPr>
              <a:t> und </a:t>
            </a:r>
            <a:r>
              <a:rPr lang="de-DE" sz="1500" dirty="0" err="1">
                <a:solidFill>
                  <a:srgbClr val="595959"/>
                </a:solidFill>
              </a:rPr>
              <a:t>Zhaobin</a:t>
            </a:r>
            <a:r>
              <a:rPr lang="de-DE" sz="1500" dirty="0">
                <a:solidFill>
                  <a:srgbClr val="595959"/>
                </a:solidFill>
              </a:rPr>
              <a:t> Zhu</a:t>
            </a:r>
          </a:p>
          <a:p>
            <a:pPr algn="l"/>
            <a:r>
              <a:rPr lang="de-DE" sz="1400" dirty="0">
                <a:solidFill>
                  <a:srgbClr val="595959"/>
                </a:solidFill>
              </a:rPr>
              <a:t>Kolloquium · 10. September 2026</a:t>
            </a:r>
          </a:p>
        </p:txBody>
      </p:sp>
      <p:sp>
        <p:nvSpPr>
          <p:cNvPr id="10" name="Akzentlinie"/>
          <p:cNvSpPr/>
          <p:nvPr/>
        </p:nvSpPr>
        <p:spPr>
          <a:xfrm>
            <a:off x="914400" y="1498600"/>
            <a:ext cx="50800" cy="1676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2D479A3-CE8F-8A83-CA37-9FB30197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1656" y="366713"/>
            <a:ext cx="1131887" cy="113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40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9A5A4-C2C6-495D-3A92-E3411F52F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D64C22-7FA4-1D35-00BB-25FE2E6038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9030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53A0C3-FEE4-1840-999E-FEEB82FBA188}">
  <we:reference id="wa200010725" version="1.0.0.1" store="de-DE" storeType="OMEX"/>
  <we:alternateReferences>
    <we:reference id="WA200010725" version="1.0.0.1" store="WA200010725" storeType="OMEX"/>
  </we:alternateReferences>
  <we:properties>
    <we:property name="claude.fileId" value="&quot;62595c2e-ee25-41f4-8a18-3e98fd8a962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</Words>
  <Application>Microsoft Macintosh PowerPoint</Application>
  <PresentationFormat>Breitbild</PresentationFormat>
  <Paragraphs>7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Systematische Betrachtung ausgewählter Workflow-Management-Systeme für HPC-Umgebungen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Tahiri, Anas</dc:creator>
  <cp:lastModifiedBy>Tahiri, Anas</cp:lastModifiedBy>
  <cp:revision>1</cp:revision>
  <dcterms:created xsi:type="dcterms:W3CDTF">2026-09-02T08:10:57Z</dcterms:created>
  <dcterms:modified xsi:type="dcterms:W3CDTF">2026-09-02T10:41:41Z</dcterms:modified>
</cp:coreProperties>
</file>